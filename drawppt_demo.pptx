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16213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2857500"/>
            <a:ext cx="163830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>
                <a:solidFill>
                  <a:srgbClr val="FFFFFF"/>
                </a:solidFill>
                <a:latin typeface="Microsoft YaHei"/>
              </a:rPr>
              <a:t>DrawPPT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762500"/>
            <a:ext cx="1638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0" i="0">
                <a:solidFill>
                  <a:srgbClr val="CCCCCC"/>
                </a:solidFill>
                <a:latin typeface="Microsoft YaHei"/>
              </a:rP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952500"/>
            <a:ext cx="7620000" cy="8382000"/>
          </a:xfrm>
          <a:prstGeom prst="roundRect">
            <a:avLst/>
          </a:prstGeom>
          <a:solidFill>
            <a:srgbClr val="4A90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28750" y="1428750"/>
            <a:ext cx="6667500" cy="7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Features: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Pixel-precise positioning</a:t>
            </a: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Multi-line text support</a:t>
            </a: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- 8 shape types</a:t>
            </a: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Gradient backgrounds</a:t>
            </a: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JSON preview</a:t>
            </a:r>
          </a:p>
          <a:p>
            <a:pPr algn="l">
              <a:lnSpc>
                <a:spcPts val="4200"/>
              </a:lnSpc>
            </a:pPr>
            <a:r>
              <a:rPr sz="2800" b="0" i="0">
                <a:solidFill>
                  <a:srgbClr val="FFFFFF"/>
                </a:solidFill>
                <a:latin typeface="Microsoft YaHei"/>
              </a:rPr>
              <a:t>- Z-order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